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://www.startup-websit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645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PROFILE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8046720" y="3749040"/>
            <a:ext cx="228600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BLOCK71 SINGAPORE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[Location]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0" y="4754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[Date]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0" y="4754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 [Time]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18288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554480"/>
            <a:ext cx="48463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 Startup 1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 Startup 2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 Startup 3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 Startup 4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 Startup 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167360" y="1554480"/>
            <a:ext cx="484632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 Startup 6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 Startup 7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 Startup 8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 Startup 9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 Startup 10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1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2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3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4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5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6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7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8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9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10058400" cy="777240"/>
          </a:xfrm>
          <a:prstGeom prst="rect">
            <a:avLst/>
          </a:prstGeom>
          <a:solidFill>
            <a:srgbClr val="0B2E5E"/>
          </a:solidFill>
          <a:ln w="12700">
            <a:solidFill>
              <a:srgbClr val="0B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 10</a:t>
            </a:r>
            <a:endParaRPr lang="en-US" sz="24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804672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www.startup-website.com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"One-liner tagline goes here – what does the startup do?"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64208"/>
            <a:ext cx="100584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13080" y="2103120"/>
            <a:ext cx="32004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24560" y="1783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13080" y="2286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1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2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Bullet point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3840480"/>
            <a:ext cx="10058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[Industry]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05840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[Stage]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207008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HQ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207008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[HQ]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408176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8176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SIZE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08176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6093440" y="3977640"/>
            <a:ext cx="1901952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6350">
            <a:solidFill>
              <a:srgbClr val="0B2E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93440" y="400507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093440" y="42793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[Amount]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1028700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7777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IMAGE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0"/>
            <a:ext cx="0" cy="10287000"/>
          </a:xfrm>
          <a:prstGeom prst="line">
            <a:avLst/>
          </a:prstGeom>
          <a:noFill/>
          <a:ln w="25400">
            <a:solidFill>
              <a:srgbClr val="0B2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0" y="228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solidFill>
            <a:srgbClr val="EEF1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0" y="9692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9646920"/>
            <a:ext cx="10241280" cy="0"/>
          </a:xfrm>
          <a:prstGeom prst="line">
            <a:avLst/>
          </a:prstGeom>
          <a:noFill/>
          <a:ln w="12700">
            <a:solidFill>
              <a:srgbClr val="0B2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2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10561320" y="3749040"/>
            <a:ext cx="502920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3977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[name@email.com]  |  [Phone]  |  [Website]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572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B2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block71.co  |  @block71sg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Profile Template – Block71</dc:title>
  <dc:subject>PptxGenJS Presentation</dc:subject>
  <dc:creator>Block71</dc:creator>
  <cp:lastModifiedBy>Block71</cp:lastModifiedBy>
  <cp:revision>1</cp:revision>
  <dcterms:created xsi:type="dcterms:W3CDTF">2026-04-01T09:34:11Z</dcterms:created>
  <dcterms:modified xsi:type="dcterms:W3CDTF">2026-04-01T09:34:11Z</dcterms:modified>
</cp:coreProperties>
</file>